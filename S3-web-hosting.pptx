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754" autoAdjust="0"/>
    <p:restoredTop sz="94660"/>
  </p:normalViewPr>
  <p:slideViewPr>
    <p:cSldViewPr snapToGrid="0">
      <p:cViewPr varScale="1">
        <p:scale>
          <a:sx n="78" d="100"/>
          <a:sy n="78" d="100"/>
        </p:scale>
        <p:origin x="13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D468B-A619-4AA2-9DC5-F990C3190730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E2DAB-EA84-4B5C-A5B5-A7EE61B556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2134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D468B-A619-4AA2-9DC5-F990C3190730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E2DAB-EA84-4B5C-A5B5-A7EE61B556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8676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D468B-A619-4AA2-9DC5-F990C3190730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E2DAB-EA84-4B5C-A5B5-A7EE61B556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2576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D468B-A619-4AA2-9DC5-F990C3190730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E2DAB-EA84-4B5C-A5B5-A7EE61B556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374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D468B-A619-4AA2-9DC5-F990C3190730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E2DAB-EA84-4B5C-A5B5-A7EE61B556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8303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D468B-A619-4AA2-9DC5-F990C3190730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E2DAB-EA84-4B5C-A5B5-A7EE61B556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0082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D468B-A619-4AA2-9DC5-F990C3190730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E2DAB-EA84-4B5C-A5B5-A7EE61B556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5338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D468B-A619-4AA2-9DC5-F990C3190730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E2DAB-EA84-4B5C-A5B5-A7EE61B556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8027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D468B-A619-4AA2-9DC5-F990C3190730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E2DAB-EA84-4B5C-A5B5-A7EE61B556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4447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D468B-A619-4AA2-9DC5-F990C3190730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E2DAB-EA84-4B5C-A5B5-A7EE61B556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0493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D468B-A619-4AA2-9DC5-F990C3190730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E2DAB-EA84-4B5C-A5B5-A7EE61B556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8923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6D468B-A619-4AA2-9DC5-F990C3190730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CE2DAB-EA84-4B5C-A5B5-A7EE61B556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41860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A9C2D09-2872-045A-90E9-D148D28DA8F3}"/>
              </a:ext>
            </a:extLst>
          </p:cNvPr>
          <p:cNvSpPr txBox="1"/>
          <p:nvPr/>
        </p:nvSpPr>
        <p:spPr>
          <a:xfrm>
            <a:off x="5683045" y="1886256"/>
            <a:ext cx="611566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spc="50" dirty="0">
                <a:ln w="0"/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S3 STATIC WEBSITE HOSTING : DEVELOPMENT-FIRST APPROACH 🎉🌐</a:t>
            </a:r>
            <a:endParaRPr lang="en-IN" sz="4000" b="1" spc="50" dirty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9014CB7-8864-B86E-AC76-E23A9D8BB6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304" y="1199535"/>
            <a:ext cx="5073444" cy="434585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284F5B3-CD6E-0A9C-3372-4AA302BCD50D}"/>
              </a:ext>
            </a:extLst>
          </p:cNvPr>
          <p:cNvSpPr txBox="1"/>
          <p:nvPr/>
        </p:nvSpPr>
        <p:spPr>
          <a:xfrm>
            <a:off x="9360311" y="6400801"/>
            <a:ext cx="2438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MOHIT GADILOHAR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08D456-5D02-999C-CC95-931BDEA21516}"/>
              </a:ext>
            </a:extLst>
          </p:cNvPr>
          <p:cNvSpPr txBox="1"/>
          <p:nvPr/>
        </p:nvSpPr>
        <p:spPr>
          <a:xfrm>
            <a:off x="393290" y="6400801"/>
            <a:ext cx="68432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S3 BUCKET WITHOUT POLYCY PROJECT DOCUMENTATION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1819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619500D-1AF6-2BC3-5ADE-39479E322669}"/>
              </a:ext>
            </a:extLst>
          </p:cNvPr>
          <p:cNvSpPr txBox="1"/>
          <p:nvPr/>
        </p:nvSpPr>
        <p:spPr>
          <a:xfrm>
            <a:off x="9360311" y="6400801"/>
            <a:ext cx="2438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MOHIT GADILOHAR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57ACAD-2AB8-7656-9E07-82BFF032FDED}"/>
              </a:ext>
            </a:extLst>
          </p:cNvPr>
          <p:cNvSpPr txBox="1"/>
          <p:nvPr/>
        </p:nvSpPr>
        <p:spPr>
          <a:xfrm>
            <a:off x="393290" y="6400801"/>
            <a:ext cx="68432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S3 BUCKET WITHOUT POLYCY PROJECT DOCUMENTATION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52AC83-4602-909A-0987-5EA0817F61A3}"/>
              </a:ext>
            </a:extLst>
          </p:cNvPr>
          <p:cNvSpPr txBox="1"/>
          <p:nvPr/>
        </p:nvSpPr>
        <p:spPr>
          <a:xfrm>
            <a:off x="521108" y="189089"/>
            <a:ext cx="115763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latin typeface="Book Antiqua" panose="02040602050305030304" pitchFamily="18" charset="0"/>
              </a:rPr>
              <a:t>INTRODUCTION</a:t>
            </a:r>
          </a:p>
          <a:p>
            <a:r>
              <a:rPr lang="en-US" dirty="0">
                <a:latin typeface="Book Antiqua" panose="02040602050305030304" pitchFamily="18" charset="0"/>
              </a:rPr>
              <a:t>This project demonstrates how to host a static website using AWS S3. It help beginner understand cloud hosting, deployment, and website management in a simple and cost-effective way</a:t>
            </a:r>
            <a:endParaRPr lang="en-IN" dirty="0">
              <a:latin typeface="Book Antiqua" panose="0204060205030503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2B93D19-91D5-5EA0-9F74-88CF77C08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60" y="198756"/>
            <a:ext cx="597460" cy="48772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68A3A88-4B15-E2DE-CAF9-55DAE215D7E9}"/>
              </a:ext>
            </a:extLst>
          </p:cNvPr>
          <p:cNvSpPr txBox="1"/>
          <p:nvPr/>
        </p:nvSpPr>
        <p:spPr>
          <a:xfrm>
            <a:off x="94560" y="1693296"/>
            <a:ext cx="6096000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askerville Old Face" panose="02020602080505020303" pitchFamily="18" charset="0"/>
              </a:rPr>
              <a:t>✅REQUIREMENTS</a:t>
            </a:r>
          </a:p>
          <a:p>
            <a:endParaRPr lang="en-US" sz="2400" dirty="0">
              <a:latin typeface="Baskerville Old Face" panose="02020602080505020303" pitchFamily="18" charset="0"/>
            </a:endParaRPr>
          </a:p>
          <a:p>
            <a:r>
              <a:rPr lang="en-US" sz="2400" dirty="0">
                <a:latin typeface="Baskerville Old Face" panose="02020602080505020303" pitchFamily="18" charset="0"/>
              </a:rPr>
              <a:t>	 </a:t>
            </a:r>
            <a:r>
              <a:rPr lang="en-US" dirty="0" err="1">
                <a:latin typeface="Baskerville Old Face" panose="02020602080505020303" pitchFamily="18" charset="0"/>
              </a:rPr>
              <a:t>aws</a:t>
            </a:r>
            <a:r>
              <a:rPr lang="en-US" dirty="0">
                <a:latin typeface="Baskerville Old Face" panose="02020602080505020303" pitchFamily="18" charset="0"/>
              </a:rPr>
              <a:t> Account with S3 access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r>
              <a:rPr lang="en-US" dirty="0">
                <a:latin typeface="Baskerville Old Face" panose="02020602080505020303" pitchFamily="18" charset="0"/>
              </a:rPr>
              <a:t>	Basic HTML &amp; CSS knowledge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r>
              <a:rPr lang="en-US" dirty="0">
                <a:latin typeface="Baskerville Old Face" panose="02020602080505020303" pitchFamily="18" charset="0"/>
              </a:rPr>
              <a:t>	Website files (HTML, CSS, Images)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r>
              <a:rPr lang="en-US" dirty="0">
                <a:latin typeface="Baskerville Old Face" panose="02020602080505020303" pitchFamily="18" charset="0"/>
              </a:rPr>
              <a:t>	Required AWS permission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r>
              <a:rPr lang="en-US" dirty="0">
                <a:latin typeface="Baskerville Old Face" panose="02020602080505020303" pitchFamily="18" charset="0"/>
              </a:rPr>
              <a:t>	</a:t>
            </a:r>
            <a:r>
              <a:rPr lang="en-US" sz="2400" dirty="0">
                <a:latin typeface="Baskerville Old Face" panose="02020602080505020303" pitchFamily="18" charset="0"/>
              </a:rPr>
              <a:t>Internet connection</a:t>
            </a:r>
          </a:p>
          <a:p>
            <a:endParaRPr lang="en-US" sz="2400" dirty="0">
              <a:latin typeface="Baskerville Old Face" panose="02020602080505020303" pitchFamily="18" charset="0"/>
            </a:endParaRPr>
          </a:p>
          <a:p>
            <a:r>
              <a:rPr lang="en-US" sz="2400" dirty="0">
                <a:latin typeface="Baskerville Old Face" panose="02020602080505020303" pitchFamily="18" charset="0"/>
              </a:rPr>
              <a:t>	web browser</a:t>
            </a:r>
          </a:p>
          <a:p>
            <a:endParaRPr lang="en-US" sz="2400" dirty="0">
              <a:latin typeface="Baskerville Old Face" panose="02020602080505020303" pitchFamily="18" charset="0"/>
            </a:endParaRPr>
          </a:p>
          <a:p>
            <a:r>
              <a:rPr lang="en-US" sz="2400" dirty="0">
                <a:latin typeface="Baskerville Old Face" panose="02020602080505020303" pitchFamily="18" charset="0"/>
              </a:rPr>
              <a:t>	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D48305-FD78-E0EF-E9F5-CA5BBA2474BE}"/>
              </a:ext>
            </a:extLst>
          </p:cNvPr>
          <p:cNvSpPr/>
          <p:nvPr/>
        </p:nvSpPr>
        <p:spPr>
          <a:xfrm>
            <a:off x="94560" y="78658"/>
            <a:ext cx="12002879" cy="666069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7445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873B5-9865-EB83-ED29-5CD17DE43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7532FB-51B8-EAE2-C9B8-A31FE94023D0}"/>
              </a:ext>
            </a:extLst>
          </p:cNvPr>
          <p:cNvSpPr txBox="1"/>
          <p:nvPr/>
        </p:nvSpPr>
        <p:spPr>
          <a:xfrm>
            <a:off x="9360311" y="6400801"/>
            <a:ext cx="2438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MOHIT GADILOHAR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D465E2-9BFC-1E86-95FF-065564C09A4B}"/>
              </a:ext>
            </a:extLst>
          </p:cNvPr>
          <p:cNvSpPr txBox="1"/>
          <p:nvPr/>
        </p:nvSpPr>
        <p:spPr>
          <a:xfrm>
            <a:off x="393290" y="6400801"/>
            <a:ext cx="68432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S3 BUCKET WITHOUT POLYCY PROJECT DOCUMENTATION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B6CE13-76CF-B04A-80F6-2A946DC43CD8}"/>
              </a:ext>
            </a:extLst>
          </p:cNvPr>
          <p:cNvSpPr txBox="1"/>
          <p:nvPr/>
        </p:nvSpPr>
        <p:spPr>
          <a:xfrm>
            <a:off x="-265472" y="216968"/>
            <a:ext cx="66859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Baskerville Old Face" panose="02020602080505020303" pitchFamily="18" charset="0"/>
              </a:rPr>
              <a:t>📌DETAILED IMPLEMENTATION GUIDE</a:t>
            </a:r>
            <a:endParaRPr lang="en-IN" sz="2400" dirty="0">
              <a:latin typeface="Baskerville Old Face" panose="02020602080505020303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6B99A9-71E6-21C6-FA36-95AC9F914A76}"/>
              </a:ext>
            </a:extLst>
          </p:cNvPr>
          <p:cNvSpPr txBox="1"/>
          <p:nvPr/>
        </p:nvSpPr>
        <p:spPr>
          <a:xfrm>
            <a:off x="140109" y="678633"/>
            <a:ext cx="54175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askerville Old Face" panose="02020602080505020303" pitchFamily="18" charset="0"/>
              </a:rPr>
              <a:t>1.   AWS Management console Access </a:t>
            </a:r>
            <a:r>
              <a:rPr lang="en-US" sz="2000" dirty="0">
                <a:latin typeface="Baskerville Old Face" panose="02020602080505020303" pitchFamily="18" charset="0"/>
              </a:rPr>
              <a:t>🗝️</a:t>
            </a:r>
            <a:endParaRPr lang="en-IN" sz="2000" dirty="0">
              <a:latin typeface="Baskerville Old Face" panose="02020602080505020303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E903A3-C77A-ECAF-7AD2-AF8BEBE39F3D}"/>
              </a:ext>
            </a:extLst>
          </p:cNvPr>
          <p:cNvSpPr txBox="1"/>
          <p:nvPr/>
        </p:nvSpPr>
        <p:spPr>
          <a:xfrm>
            <a:off x="2848897" y="3246792"/>
            <a:ext cx="62287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6BA38B-338E-AE31-0176-55B151DD1CB9}"/>
              </a:ext>
            </a:extLst>
          </p:cNvPr>
          <p:cNvSpPr txBox="1"/>
          <p:nvPr/>
        </p:nvSpPr>
        <p:spPr>
          <a:xfrm>
            <a:off x="616973" y="1232631"/>
            <a:ext cx="4463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Navigate to the AWS Management Console :</a:t>
            </a:r>
            <a:endParaRPr lang="en-IN" dirty="0">
              <a:latin typeface="Baskerville Old Face" panose="02020602080505020303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913C09F-BC04-CBDE-081B-3B4C41E3BD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290" y="1799302"/>
            <a:ext cx="11405421" cy="413983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CAA7258-01DE-1187-CD32-D018D629578F}"/>
              </a:ext>
            </a:extLst>
          </p:cNvPr>
          <p:cNvSpPr/>
          <p:nvPr/>
        </p:nvSpPr>
        <p:spPr>
          <a:xfrm>
            <a:off x="94560" y="78658"/>
            <a:ext cx="12002879" cy="666069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183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B2B50-7017-57BA-1115-269C71210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F6E860-9414-5C2A-77BD-0342D083BCFE}"/>
              </a:ext>
            </a:extLst>
          </p:cNvPr>
          <p:cNvSpPr txBox="1"/>
          <p:nvPr/>
        </p:nvSpPr>
        <p:spPr>
          <a:xfrm>
            <a:off x="9360311" y="6400801"/>
            <a:ext cx="2438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MOHIT GADILOHAR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B41198-4B6A-0BE0-2BA3-A94872DF4233}"/>
              </a:ext>
            </a:extLst>
          </p:cNvPr>
          <p:cNvSpPr txBox="1"/>
          <p:nvPr/>
        </p:nvSpPr>
        <p:spPr>
          <a:xfrm>
            <a:off x="393290" y="6400801"/>
            <a:ext cx="68432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S3 BUCKET WITHOUT POLYCY PROJECT DOCUMENTATION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ECF8B1-9519-E252-D750-5AEC14A19A1A}"/>
              </a:ext>
            </a:extLst>
          </p:cNvPr>
          <p:cNvSpPr txBox="1"/>
          <p:nvPr/>
        </p:nvSpPr>
        <p:spPr>
          <a:xfrm>
            <a:off x="78657" y="118645"/>
            <a:ext cx="46801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askerville Old Face" panose="02020602080505020303" pitchFamily="18" charset="0"/>
              </a:rPr>
              <a:t>2.   LOCATION S3 SERVICE📍</a:t>
            </a:r>
            <a:endParaRPr lang="en-IN" sz="2400" dirty="0">
              <a:latin typeface="Baskerville Old Face" panose="02020602080505020303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2CBA60-8A04-4E4D-17AA-1A7EA3E41D87}"/>
              </a:ext>
            </a:extLst>
          </p:cNvPr>
          <p:cNvSpPr txBox="1"/>
          <p:nvPr/>
        </p:nvSpPr>
        <p:spPr>
          <a:xfrm flipH="1">
            <a:off x="825909" y="580310"/>
            <a:ext cx="5270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Access  S3 Through :</a:t>
            </a:r>
            <a:endParaRPr lang="en-IN" sz="2000" dirty="0">
              <a:latin typeface="Baskerville Old Face" panose="020206020805050203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258FE9-7ABA-7219-EB50-F2B3A21ABA6E}"/>
              </a:ext>
            </a:extLst>
          </p:cNvPr>
          <p:cNvSpPr txBox="1"/>
          <p:nvPr/>
        </p:nvSpPr>
        <p:spPr>
          <a:xfrm>
            <a:off x="378541" y="1041975"/>
            <a:ext cx="6164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- AWS Console Search : Type “S3” or  “Simple Storage Service”</a:t>
            </a:r>
            <a:endParaRPr lang="en-IN" dirty="0">
              <a:latin typeface="Baskerville Old Face" panose="02020602080505020303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61E228E-AC0D-F8F1-1331-C7E5AD9345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948" y="1872971"/>
            <a:ext cx="10333704" cy="409694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56FE427-695F-C961-6338-18B0F61FEADD}"/>
              </a:ext>
            </a:extLst>
          </p:cNvPr>
          <p:cNvSpPr/>
          <p:nvPr/>
        </p:nvSpPr>
        <p:spPr>
          <a:xfrm>
            <a:off x="94560" y="78658"/>
            <a:ext cx="12002879" cy="666069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9607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5B9FD-6058-89C9-A590-33990B3B7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BD493B-0FED-C13E-CA81-B3ED46A3195E}"/>
              </a:ext>
            </a:extLst>
          </p:cNvPr>
          <p:cNvSpPr txBox="1"/>
          <p:nvPr/>
        </p:nvSpPr>
        <p:spPr>
          <a:xfrm>
            <a:off x="9360311" y="6400801"/>
            <a:ext cx="2438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MOHIT GADILOHAR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6E869F-B385-E447-B9FC-0D42A9F03527}"/>
              </a:ext>
            </a:extLst>
          </p:cNvPr>
          <p:cNvSpPr txBox="1"/>
          <p:nvPr/>
        </p:nvSpPr>
        <p:spPr>
          <a:xfrm>
            <a:off x="393290" y="6400801"/>
            <a:ext cx="68432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S3 BUCKET WITHOUT POLYCY PROJECT DOCUMENTATION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3F0D6-B243-8601-FAD9-9922CC39A86F}"/>
              </a:ext>
            </a:extLst>
          </p:cNvPr>
          <p:cNvSpPr txBox="1"/>
          <p:nvPr/>
        </p:nvSpPr>
        <p:spPr>
          <a:xfrm>
            <a:off x="235974" y="118645"/>
            <a:ext cx="70988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askerville Old Face" panose="02020602080505020303" pitchFamily="18" charset="0"/>
              </a:rPr>
              <a:t>3.  BUCKET CREATION AND CONFIGURATION</a:t>
            </a:r>
            <a:endParaRPr lang="en-IN" sz="2400" dirty="0">
              <a:latin typeface="Baskerville Old Face" panose="020206020805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11988A-977A-1479-F476-B38474256800}"/>
              </a:ext>
            </a:extLst>
          </p:cNvPr>
          <p:cNvSpPr txBox="1"/>
          <p:nvPr/>
        </p:nvSpPr>
        <p:spPr>
          <a:xfrm>
            <a:off x="678425" y="580310"/>
            <a:ext cx="29890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Essential Settings :</a:t>
            </a:r>
            <a:endParaRPr lang="en-IN" sz="2000" dirty="0">
              <a:latin typeface="Baskerville Old Face" panose="020206020805050203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FEC458-8734-792F-5913-0F11A35E98D5}"/>
              </a:ext>
            </a:extLst>
          </p:cNvPr>
          <p:cNvSpPr txBox="1"/>
          <p:nvPr/>
        </p:nvSpPr>
        <p:spPr>
          <a:xfrm flipH="1">
            <a:off x="678425" y="1176614"/>
            <a:ext cx="61079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600" dirty="0">
                <a:latin typeface="Bell MT" panose="02020503060305020303" pitchFamily="18" charset="0"/>
              </a:rPr>
              <a:t>Bucket Naming Conventions</a:t>
            </a:r>
          </a:p>
          <a:p>
            <a:r>
              <a:rPr lang="en-US" sz="1600" dirty="0">
                <a:latin typeface="Bell MT" panose="02020503060305020303" pitchFamily="18" charset="0"/>
              </a:rPr>
              <a:t>-    Must be globally unique across all AWS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latin typeface="Bell MT" panose="02020503060305020303" pitchFamily="18" charset="0"/>
              </a:rPr>
              <a:t>Should be DNS-compatible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latin typeface="Bell MT" panose="02020503060305020303" pitchFamily="18" charset="0"/>
              </a:rPr>
              <a:t>3-63 characters long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latin typeface="Bell MT" panose="02020503060305020303" pitchFamily="18" charset="0"/>
              </a:rPr>
              <a:t>Can contain lowercase letters, numbers, dots, and hyphens </a:t>
            </a:r>
            <a:endParaRPr lang="en-IN" sz="1600" dirty="0">
              <a:latin typeface="Bell MT" panose="02020503060305020303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0F5772-526C-AF30-A6B9-68A7FE98B26E}"/>
              </a:ext>
            </a:extLst>
          </p:cNvPr>
          <p:cNvSpPr txBox="1"/>
          <p:nvPr/>
        </p:nvSpPr>
        <p:spPr>
          <a:xfrm>
            <a:off x="694215" y="2973428"/>
            <a:ext cx="3038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Configuration steps :</a:t>
            </a:r>
            <a:endParaRPr lang="en-IN" sz="2000" dirty="0">
              <a:latin typeface="Baskerville Old Face" panose="02020602080505020303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9BA9BD-7795-C50C-9A9F-6FAA1E49B33A}"/>
              </a:ext>
            </a:extLst>
          </p:cNvPr>
          <p:cNvSpPr txBox="1"/>
          <p:nvPr/>
        </p:nvSpPr>
        <p:spPr>
          <a:xfrm>
            <a:off x="973393" y="3173483"/>
            <a:ext cx="562405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.  </a:t>
            </a:r>
            <a:r>
              <a:rPr lang="en-US" dirty="0">
                <a:latin typeface="Bell MT" panose="02020503060305020303" pitchFamily="18" charset="0"/>
              </a:rPr>
              <a:t>Click create bucket</a:t>
            </a:r>
            <a:endParaRPr lang="en-IN" dirty="0">
              <a:latin typeface="Bell MT" panose="02020503060305020303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0D2A91-B739-054F-B5EB-6E043E727504}"/>
              </a:ext>
            </a:extLst>
          </p:cNvPr>
          <p:cNvSpPr/>
          <p:nvPr/>
        </p:nvSpPr>
        <p:spPr>
          <a:xfrm>
            <a:off x="117987" y="118645"/>
            <a:ext cx="11956026" cy="66207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1B662A7-CD59-F4D9-B947-DE12A7704A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045" y="3942924"/>
            <a:ext cx="4276265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694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73560-2F39-7804-95A1-E92ADF63E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19DDC3-46AC-6377-1A2A-983DC1669BE9}"/>
              </a:ext>
            </a:extLst>
          </p:cNvPr>
          <p:cNvSpPr txBox="1"/>
          <p:nvPr/>
        </p:nvSpPr>
        <p:spPr>
          <a:xfrm>
            <a:off x="9360311" y="6400801"/>
            <a:ext cx="2438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MOHIT GADILOHAR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1DBCA5-19DA-6A55-68F4-9840772662C6}"/>
              </a:ext>
            </a:extLst>
          </p:cNvPr>
          <p:cNvSpPr txBox="1"/>
          <p:nvPr/>
        </p:nvSpPr>
        <p:spPr>
          <a:xfrm>
            <a:off x="393290" y="6400801"/>
            <a:ext cx="68432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S3 BUCKET WITHOUT POLYCY PROJECT DOCUMENTATION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F9DE3F-3083-4D79-08D4-1BACA08A0766}"/>
              </a:ext>
            </a:extLst>
          </p:cNvPr>
          <p:cNvSpPr txBox="1"/>
          <p:nvPr/>
        </p:nvSpPr>
        <p:spPr>
          <a:xfrm>
            <a:off x="5171768" y="21631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0B8A92-750D-3541-E7D6-A6BFB5170FB7}"/>
              </a:ext>
            </a:extLst>
          </p:cNvPr>
          <p:cNvSpPr txBox="1"/>
          <p:nvPr/>
        </p:nvSpPr>
        <p:spPr>
          <a:xfrm flipH="1">
            <a:off x="248972" y="-61140"/>
            <a:ext cx="57093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.  </a:t>
            </a:r>
            <a:r>
              <a:rPr lang="en-US" sz="2400" dirty="0">
                <a:latin typeface="Baskerville Old Face" panose="02020602080505020303" pitchFamily="18" charset="0"/>
              </a:rPr>
              <a:t>Enter bucket name following conventions</a:t>
            </a:r>
            <a:endParaRPr lang="en-IN" sz="2400" dirty="0">
              <a:latin typeface="Baskerville Old Face" panose="02020602080505020303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17A0E7-971D-555E-C35B-F64043CC99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432" y="708301"/>
            <a:ext cx="10363200" cy="32737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08B3F12-DFD6-4E62-A162-9EF0D19A2ADF}"/>
              </a:ext>
            </a:extLst>
          </p:cNvPr>
          <p:cNvSpPr txBox="1"/>
          <p:nvPr/>
        </p:nvSpPr>
        <p:spPr>
          <a:xfrm flipH="1">
            <a:off x="296761" y="3775401"/>
            <a:ext cx="4967372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.  </a:t>
            </a:r>
            <a:r>
              <a:rPr lang="en-US" sz="2000" dirty="0">
                <a:latin typeface="Baskerville Old Face" panose="02020602080505020303" pitchFamily="18" charset="0"/>
              </a:rPr>
              <a:t>Configuration object ownership</a:t>
            </a:r>
          </a:p>
          <a:p>
            <a:r>
              <a:rPr lang="en-US" dirty="0"/>
              <a:t>           - </a:t>
            </a:r>
            <a:r>
              <a:rPr lang="en-US" dirty="0">
                <a:latin typeface="Bell MT" panose="02020503060305020303" pitchFamily="18" charset="0"/>
              </a:rPr>
              <a:t>Select ALCs enable</a:t>
            </a:r>
            <a:endParaRPr lang="en-IN" dirty="0">
              <a:latin typeface="Bell MT" panose="02020503060305020303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52C30DB-5B88-EF70-E9FD-E2B9C618AD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613" y="4821840"/>
            <a:ext cx="10559846" cy="154766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4711E1C-5B44-FE76-A063-859C5E067478}"/>
              </a:ext>
            </a:extLst>
          </p:cNvPr>
          <p:cNvSpPr/>
          <p:nvPr/>
        </p:nvSpPr>
        <p:spPr>
          <a:xfrm>
            <a:off x="94560" y="78658"/>
            <a:ext cx="12002879" cy="666069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1262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94D0E-C26C-6804-8F26-A06404411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CBF966-CCD9-E245-2E06-8814DE87FD6B}"/>
              </a:ext>
            </a:extLst>
          </p:cNvPr>
          <p:cNvSpPr txBox="1"/>
          <p:nvPr/>
        </p:nvSpPr>
        <p:spPr>
          <a:xfrm>
            <a:off x="9360311" y="6400801"/>
            <a:ext cx="2438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MOHIT GADILOHAR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C50D08-27A3-7802-73D5-15E415C2D3C0}"/>
              </a:ext>
            </a:extLst>
          </p:cNvPr>
          <p:cNvSpPr txBox="1"/>
          <p:nvPr/>
        </p:nvSpPr>
        <p:spPr>
          <a:xfrm>
            <a:off x="393290" y="6400801"/>
            <a:ext cx="68432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S3 BUCKET WITHOUT POLYCY PROJECT DOCUMENTATION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014C92-8589-332E-1633-C129E065FB64}"/>
              </a:ext>
            </a:extLst>
          </p:cNvPr>
          <p:cNvSpPr txBox="1"/>
          <p:nvPr/>
        </p:nvSpPr>
        <p:spPr>
          <a:xfrm>
            <a:off x="201561" y="247901"/>
            <a:ext cx="38886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- </a:t>
            </a:r>
            <a:r>
              <a:rPr lang="en-US" sz="2000" dirty="0">
                <a:latin typeface="Baskerville Old Face" panose="02020602080505020303" pitchFamily="18" charset="0"/>
              </a:rPr>
              <a:t>Choose Bucket owner preferred</a:t>
            </a:r>
            <a:endParaRPr lang="en-IN" sz="2000" dirty="0">
              <a:latin typeface="Baskerville Old Face" panose="02020602080505020303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C4A2AB-14E8-EBF1-E42A-C6A8D1D1D7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110" y="714673"/>
            <a:ext cx="9910916" cy="131077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7D575C8-FB93-5FE0-E3BD-FD0D201F7717}"/>
              </a:ext>
            </a:extLst>
          </p:cNvPr>
          <p:cNvSpPr txBox="1"/>
          <p:nvPr/>
        </p:nvSpPr>
        <p:spPr>
          <a:xfrm>
            <a:off x="393290" y="2388685"/>
            <a:ext cx="4316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</a:t>
            </a:r>
            <a:r>
              <a:rPr lang="en-US" dirty="0">
                <a:latin typeface="Bell MT" panose="02020503060305020303" pitchFamily="18" charset="0"/>
              </a:rPr>
              <a:t>Uncheck All Bolock Public Access Options</a:t>
            </a:r>
            <a:endParaRPr lang="en-IN" dirty="0">
              <a:latin typeface="Bell MT" panose="02020503060305020303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A490720-A5B1-3538-E1BB-8369F50DF6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110" y="2882580"/>
            <a:ext cx="10230463" cy="258327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D0F2D37-D92E-B6A5-AFB9-AF3A6E406998}"/>
              </a:ext>
            </a:extLst>
          </p:cNvPr>
          <p:cNvSpPr/>
          <p:nvPr/>
        </p:nvSpPr>
        <p:spPr>
          <a:xfrm>
            <a:off x="108155" y="167148"/>
            <a:ext cx="11882284" cy="657220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235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720BC-5636-8074-69AD-EDB3F653E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F69EF5B-B090-F211-2FB4-E28FC100009C}"/>
              </a:ext>
            </a:extLst>
          </p:cNvPr>
          <p:cNvSpPr/>
          <p:nvPr/>
        </p:nvSpPr>
        <p:spPr>
          <a:xfrm>
            <a:off x="201561" y="149942"/>
            <a:ext cx="11788878" cy="6558116"/>
          </a:xfrm>
          <a:prstGeom prst="rect">
            <a:avLst/>
          </a:prstGeom>
          <a:solidFill>
            <a:schemeClr val="bg1"/>
          </a:solidFill>
          <a:ln w="19050">
            <a:solidFill>
              <a:srgbClr val="FFFFFF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9742CC-28D1-C1E1-707C-3C68C8180022}"/>
              </a:ext>
            </a:extLst>
          </p:cNvPr>
          <p:cNvSpPr txBox="1"/>
          <p:nvPr/>
        </p:nvSpPr>
        <p:spPr>
          <a:xfrm>
            <a:off x="9360311" y="6400801"/>
            <a:ext cx="2438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MOHIT GADILOHAR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A73EF9-CE98-CFAC-F3F2-862F3A0DEC10}"/>
              </a:ext>
            </a:extLst>
          </p:cNvPr>
          <p:cNvSpPr txBox="1"/>
          <p:nvPr/>
        </p:nvSpPr>
        <p:spPr>
          <a:xfrm>
            <a:off x="393290" y="6400801"/>
            <a:ext cx="68432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S3 BUCKET WITHOUT POLYCY PROJECT DOCUMENTATION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6D2A59-6F09-A4AA-EB58-5B97721B6CE5}"/>
              </a:ext>
            </a:extLst>
          </p:cNvPr>
          <p:cNvSpPr txBox="1"/>
          <p:nvPr/>
        </p:nvSpPr>
        <p:spPr>
          <a:xfrm>
            <a:off x="201561" y="245807"/>
            <a:ext cx="47244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- Acknowledge The Public Access Warning</a:t>
            </a:r>
            <a:endParaRPr lang="en-IN" sz="2000" dirty="0">
              <a:latin typeface="Baskerville Old Face" panose="02020602080505020303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75B59C-59B7-E7F5-5054-5CD0027406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290" y="741782"/>
            <a:ext cx="11248104" cy="8930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809FB5-AE39-76A8-4FEB-072C09A044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122" y="1917290"/>
            <a:ext cx="11248104" cy="33036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5DDBA09-34E6-7376-3687-75EBBDD5BC4E}"/>
              </a:ext>
            </a:extLst>
          </p:cNvPr>
          <p:cNvSpPr txBox="1"/>
          <p:nvPr/>
        </p:nvSpPr>
        <p:spPr>
          <a:xfrm>
            <a:off x="540774" y="5318162"/>
            <a:ext cx="4031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- Click the “create bucket” Button</a:t>
            </a:r>
            <a:endParaRPr lang="en-IN" dirty="0"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8828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37D7A-BB61-13D3-AB05-19E306D5E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CDD61A-1A54-2B1F-3FE5-D4517FE62FD6}"/>
              </a:ext>
            </a:extLst>
          </p:cNvPr>
          <p:cNvSpPr txBox="1"/>
          <p:nvPr/>
        </p:nvSpPr>
        <p:spPr>
          <a:xfrm>
            <a:off x="9360311" y="6400801"/>
            <a:ext cx="2438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MOHIT GADILOHAR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4375AC-D54E-7DBD-1CDF-BB0312870474}"/>
              </a:ext>
            </a:extLst>
          </p:cNvPr>
          <p:cNvSpPr txBox="1"/>
          <p:nvPr/>
        </p:nvSpPr>
        <p:spPr>
          <a:xfrm>
            <a:off x="393290" y="6400801"/>
            <a:ext cx="68432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S3 BUCKET WITHOUT POLYCY PROJECT DOCUMENTATION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AEF708-A64E-A2BD-8491-9A0B7DC25AEB}"/>
              </a:ext>
            </a:extLst>
          </p:cNvPr>
          <p:cNvSpPr txBox="1"/>
          <p:nvPr/>
        </p:nvSpPr>
        <p:spPr>
          <a:xfrm>
            <a:off x="467031" y="270387"/>
            <a:ext cx="2148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askerville Old Face" panose="02020602080505020303" pitchFamily="18" charset="0"/>
              </a:rPr>
              <a:t>Upload Steps :</a:t>
            </a:r>
            <a:endParaRPr lang="en-IN" sz="2400" dirty="0">
              <a:latin typeface="Baskerville Old Face" panose="02020602080505020303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F79396-48A6-0D3E-D98E-D16A5F922BCC}"/>
              </a:ext>
            </a:extLst>
          </p:cNvPr>
          <p:cNvSpPr txBox="1"/>
          <p:nvPr/>
        </p:nvSpPr>
        <p:spPr>
          <a:xfrm>
            <a:off x="467031" y="436479"/>
            <a:ext cx="33454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. </a:t>
            </a:r>
            <a:r>
              <a:rPr lang="en-US" dirty="0">
                <a:latin typeface="Bell MT" panose="02020503060305020303" pitchFamily="18" charset="0"/>
              </a:rPr>
              <a:t>Navigate to bucket contents</a:t>
            </a:r>
            <a:endParaRPr lang="en-IN" dirty="0">
              <a:latin typeface="Bell MT" panose="02020503060305020303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DD8416B-BAB9-B5A0-75E2-8B92E87BF6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606" y="1205921"/>
            <a:ext cx="10854813" cy="22230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8A7BBE4-C58A-4E00-FD30-9BFA0FD25135}"/>
              </a:ext>
            </a:extLst>
          </p:cNvPr>
          <p:cNvSpPr txBox="1"/>
          <p:nvPr/>
        </p:nvSpPr>
        <p:spPr>
          <a:xfrm>
            <a:off x="550606" y="3181706"/>
            <a:ext cx="254655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Baskerville Old Face" panose="02020602080505020303" pitchFamily="18" charset="0"/>
              </a:rPr>
              <a:t>. </a:t>
            </a:r>
            <a:r>
              <a:rPr lang="en-US" sz="2000" dirty="0">
                <a:latin typeface="Baskerville Old Face" panose="02020602080505020303" pitchFamily="18" charset="0"/>
              </a:rPr>
              <a:t>Click Upload</a:t>
            </a:r>
            <a:endParaRPr lang="en-IN" sz="4400" dirty="0">
              <a:latin typeface="Baskerville Old Face" panose="02020602080505020303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7EC90F7-6083-352E-1068-AC42C78815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606" y="4021394"/>
            <a:ext cx="10854813" cy="206477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72DE684-C454-0A82-7683-AF5D1CC3AA11}"/>
              </a:ext>
            </a:extLst>
          </p:cNvPr>
          <p:cNvSpPr/>
          <p:nvPr/>
        </p:nvSpPr>
        <p:spPr>
          <a:xfrm>
            <a:off x="4748981" y="5220929"/>
            <a:ext cx="2487562" cy="865239"/>
          </a:xfrm>
          <a:prstGeom prst="rect">
            <a:avLst/>
          </a:prstGeom>
          <a:noFill/>
          <a:ln w="57150">
            <a:solidFill>
              <a:srgbClr val="FF000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7132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57AD7-591B-88FE-A674-C212233DA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37382A6-75FC-326C-2BB7-02500B6D7091}"/>
              </a:ext>
            </a:extLst>
          </p:cNvPr>
          <p:cNvSpPr/>
          <p:nvPr/>
        </p:nvSpPr>
        <p:spPr>
          <a:xfrm>
            <a:off x="201561" y="149942"/>
            <a:ext cx="11788878" cy="6558116"/>
          </a:xfrm>
          <a:prstGeom prst="rect">
            <a:avLst/>
          </a:prstGeom>
          <a:solidFill>
            <a:schemeClr val="bg1"/>
          </a:solidFill>
          <a:ln w="19050">
            <a:solidFill>
              <a:srgbClr val="FFFFFF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DB4DB5-E826-6A55-9FF9-596D4AAAD110}"/>
              </a:ext>
            </a:extLst>
          </p:cNvPr>
          <p:cNvSpPr txBox="1"/>
          <p:nvPr/>
        </p:nvSpPr>
        <p:spPr>
          <a:xfrm>
            <a:off x="9360311" y="6400801"/>
            <a:ext cx="2438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MOHIT GADILOHAR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DBBFC9-0034-11DE-FB6C-92E8F35418CC}"/>
              </a:ext>
            </a:extLst>
          </p:cNvPr>
          <p:cNvSpPr txBox="1"/>
          <p:nvPr/>
        </p:nvSpPr>
        <p:spPr>
          <a:xfrm>
            <a:off x="393290" y="6400801"/>
            <a:ext cx="68432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S3 BUCKET WITHOUT POLYCY PROJECT DOCUMENTATION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086AF2-2924-1048-E639-8D2B33BE8EE6}"/>
              </a:ext>
            </a:extLst>
          </p:cNvPr>
          <p:cNvSpPr txBox="1"/>
          <p:nvPr/>
        </p:nvSpPr>
        <p:spPr>
          <a:xfrm>
            <a:off x="201561" y="-127161"/>
            <a:ext cx="42426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Baskerville Old Face" panose="02020602080505020303" pitchFamily="18" charset="0"/>
              </a:rPr>
              <a:t>.</a:t>
            </a:r>
            <a:r>
              <a:rPr lang="en-US" sz="2400" dirty="0">
                <a:latin typeface="Baskerville Old Face" panose="02020602080505020303" pitchFamily="18" charset="0"/>
              </a:rPr>
              <a:t>  Configuration upload settings</a:t>
            </a:r>
            <a:endParaRPr lang="en-IN" sz="2400" dirty="0">
              <a:latin typeface="Baskerville Old Face" panose="020206020805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535B3C-8A8F-D6C8-13D1-189A0221791E}"/>
              </a:ext>
            </a:extLst>
          </p:cNvPr>
          <p:cNvSpPr txBox="1"/>
          <p:nvPr/>
        </p:nvSpPr>
        <p:spPr>
          <a:xfrm>
            <a:off x="730045" y="611607"/>
            <a:ext cx="3185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</a:t>
            </a:r>
            <a:r>
              <a:rPr lang="en-US" dirty="0">
                <a:latin typeface="Bell MT" panose="02020503060305020303" pitchFamily="18" charset="0"/>
              </a:rPr>
              <a:t>Drage files or use file browser</a:t>
            </a:r>
            <a:endParaRPr lang="en-IN" dirty="0">
              <a:latin typeface="Bell MT" panose="02020503060305020303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A2462E-FA97-E014-3D25-C5EB2F820CCF}"/>
              </a:ext>
            </a:extLst>
          </p:cNvPr>
          <p:cNvSpPr/>
          <p:nvPr/>
        </p:nvSpPr>
        <p:spPr>
          <a:xfrm>
            <a:off x="10550013" y="2625213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00C311-F691-A345-8158-A460D7E42D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606" y="1258042"/>
            <a:ext cx="10805652" cy="417919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EE62E1B-9189-657A-94D2-7B01C800C158}"/>
              </a:ext>
            </a:extLst>
          </p:cNvPr>
          <p:cNvSpPr/>
          <p:nvPr/>
        </p:nvSpPr>
        <p:spPr>
          <a:xfrm>
            <a:off x="10323871" y="2546555"/>
            <a:ext cx="993058" cy="511277"/>
          </a:xfrm>
          <a:prstGeom prst="rect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24B038-F6C6-D2DC-6BDD-6F62F82966AF}"/>
              </a:ext>
            </a:extLst>
          </p:cNvPr>
          <p:cNvSpPr/>
          <p:nvPr/>
        </p:nvSpPr>
        <p:spPr>
          <a:xfrm>
            <a:off x="3480619" y="4847303"/>
            <a:ext cx="835742" cy="432620"/>
          </a:xfrm>
          <a:prstGeom prst="rect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6829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AD798-0B3A-F892-5FF3-4A09EB6C9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09CA34A-E30F-79DB-124A-913208D1E91D}"/>
              </a:ext>
            </a:extLst>
          </p:cNvPr>
          <p:cNvSpPr/>
          <p:nvPr/>
        </p:nvSpPr>
        <p:spPr>
          <a:xfrm>
            <a:off x="201561" y="149942"/>
            <a:ext cx="11788878" cy="6558116"/>
          </a:xfrm>
          <a:prstGeom prst="rect">
            <a:avLst/>
          </a:prstGeom>
          <a:solidFill>
            <a:schemeClr val="bg1"/>
          </a:solidFill>
          <a:ln w="19050">
            <a:solidFill>
              <a:srgbClr val="FFFFFF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998680-4D0F-E287-8253-79ACA6E94869}"/>
              </a:ext>
            </a:extLst>
          </p:cNvPr>
          <p:cNvSpPr txBox="1"/>
          <p:nvPr/>
        </p:nvSpPr>
        <p:spPr>
          <a:xfrm>
            <a:off x="9360311" y="6400801"/>
            <a:ext cx="2438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MOHIT GADILOHAR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DE9020-C83C-F01C-4633-543028F3F00A}"/>
              </a:ext>
            </a:extLst>
          </p:cNvPr>
          <p:cNvSpPr txBox="1"/>
          <p:nvPr/>
        </p:nvSpPr>
        <p:spPr>
          <a:xfrm>
            <a:off x="393290" y="6400801"/>
            <a:ext cx="68432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S3 BUCKET WITHOUT POLYCY PROJECT DOCUMENTATION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C800B1-F523-EA46-5BE8-11840C49C2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110" y="668594"/>
            <a:ext cx="11159613" cy="455276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561FADA-6C29-7D08-2741-EF19D178A15B}"/>
              </a:ext>
            </a:extLst>
          </p:cNvPr>
          <p:cNvSpPr/>
          <p:nvPr/>
        </p:nvSpPr>
        <p:spPr>
          <a:xfrm>
            <a:off x="688258" y="2625213"/>
            <a:ext cx="2418736" cy="432619"/>
          </a:xfrm>
          <a:prstGeom prst="rect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19481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A6307-D084-0F12-0D68-A644C7AF0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B642612-3E9C-23B6-EF41-59420151D442}"/>
              </a:ext>
            </a:extLst>
          </p:cNvPr>
          <p:cNvSpPr/>
          <p:nvPr/>
        </p:nvSpPr>
        <p:spPr>
          <a:xfrm>
            <a:off x="201561" y="181239"/>
            <a:ext cx="11788878" cy="6558116"/>
          </a:xfrm>
          <a:prstGeom prst="rect">
            <a:avLst/>
          </a:prstGeom>
          <a:solidFill>
            <a:schemeClr val="bg1"/>
          </a:solidFill>
          <a:ln w="19050">
            <a:solidFill>
              <a:srgbClr val="FFFFFF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9D4299-84FE-2EA1-6AF7-9FA97A71B6B1}"/>
              </a:ext>
            </a:extLst>
          </p:cNvPr>
          <p:cNvSpPr txBox="1"/>
          <p:nvPr/>
        </p:nvSpPr>
        <p:spPr>
          <a:xfrm>
            <a:off x="9360311" y="6400801"/>
            <a:ext cx="2438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MOHIT GADILOHAR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77B2C2-22B9-342E-6CD8-0D4CCC561544}"/>
              </a:ext>
            </a:extLst>
          </p:cNvPr>
          <p:cNvSpPr txBox="1"/>
          <p:nvPr/>
        </p:nvSpPr>
        <p:spPr>
          <a:xfrm>
            <a:off x="393290" y="6400801"/>
            <a:ext cx="68432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S3 BUCKET WITHOUT POLYCY PROJECT DOCUMENTATION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A19A3B-85A7-6C98-3F03-3E30E06877F2}"/>
              </a:ext>
            </a:extLst>
          </p:cNvPr>
          <p:cNvSpPr txBox="1"/>
          <p:nvPr/>
        </p:nvSpPr>
        <p:spPr>
          <a:xfrm>
            <a:off x="299883" y="259897"/>
            <a:ext cx="3495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askerville Old Face" panose="02020602080505020303" pitchFamily="18" charset="0"/>
              </a:rPr>
              <a:t>- Enable public-read access</a:t>
            </a:r>
            <a:endParaRPr lang="en-IN" sz="2400" dirty="0">
              <a:latin typeface="Baskerville Old Face" panose="02020602080505020303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BB6D923-E13A-3347-3A54-6EE1DD4E36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102" y="800221"/>
            <a:ext cx="10746659" cy="262878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7784109-F486-6C2C-456E-306E79357D19}"/>
              </a:ext>
            </a:extLst>
          </p:cNvPr>
          <p:cNvSpPr/>
          <p:nvPr/>
        </p:nvSpPr>
        <p:spPr>
          <a:xfrm>
            <a:off x="580102" y="2389239"/>
            <a:ext cx="5594556" cy="314632"/>
          </a:xfrm>
          <a:prstGeom prst="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3AC694-8A4E-5394-924D-2D029902FF57}"/>
              </a:ext>
            </a:extLst>
          </p:cNvPr>
          <p:cNvSpPr/>
          <p:nvPr/>
        </p:nvSpPr>
        <p:spPr>
          <a:xfrm>
            <a:off x="865240" y="3087328"/>
            <a:ext cx="3991896" cy="235525"/>
          </a:xfrm>
          <a:prstGeom prst="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B59406-60D9-97DB-7334-2347A7E7A705}"/>
              </a:ext>
            </a:extLst>
          </p:cNvPr>
          <p:cNvSpPr txBox="1"/>
          <p:nvPr/>
        </p:nvSpPr>
        <p:spPr>
          <a:xfrm>
            <a:off x="393290" y="5065225"/>
            <a:ext cx="27825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Bell MT" panose="02020503060305020303" pitchFamily="18" charset="0"/>
              </a:rPr>
              <a:t>.</a:t>
            </a:r>
            <a:r>
              <a:rPr lang="en-US" dirty="0">
                <a:latin typeface="Bell MT" panose="02020503060305020303" pitchFamily="18" charset="0"/>
              </a:rPr>
              <a:t>   Uploading process</a:t>
            </a:r>
            <a:endParaRPr lang="en-IN" dirty="0">
              <a:latin typeface="Bell MT" panose="02020503060305020303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FA7DAA-9202-D4AC-24C9-50397D130794}"/>
              </a:ext>
            </a:extLst>
          </p:cNvPr>
          <p:cNvSpPr txBox="1"/>
          <p:nvPr/>
        </p:nvSpPr>
        <p:spPr>
          <a:xfrm flipH="1">
            <a:off x="299883" y="3517179"/>
            <a:ext cx="3628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- </a:t>
            </a:r>
            <a:r>
              <a:rPr lang="en-US" dirty="0" err="1">
                <a:latin typeface="Baskerville Old Face" panose="02020602080505020303" pitchFamily="18" charset="0"/>
              </a:rPr>
              <a:t>Aknowledge</a:t>
            </a:r>
            <a:r>
              <a:rPr lang="en-US" dirty="0">
                <a:latin typeface="Baskerville Old Face" panose="02020602080505020303" pitchFamily="18" charset="0"/>
              </a:rPr>
              <a:t> public Access Settings</a:t>
            </a:r>
            <a:endParaRPr lang="en-IN" dirty="0">
              <a:latin typeface="Baskerville Old Face" panose="02020602080505020303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FA0DC6F-8DBA-5536-5CB4-08D6FBCE97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102" y="4047983"/>
            <a:ext cx="10746659" cy="1271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5512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F3426-4A5E-13F3-4554-C3FF673AC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9B8389F-CEBE-58B5-805C-C4BB07FE4DCC}"/>
              </a:ext>
            </a:extLst>
          </p:cNvPr>
          <p:cNvSpPr/>
          <p:nvPr/>
        </p:nvSpPr>
        <p:spPr>
          <a:xfrm>
            <a:off x="201561" y="149942"/>
            <a:ext cx="11788878" cy="6558116"/>
          </a:xfrm>
          <a:prstGeom prst="rect">
            <a:avLst/>
          </a:prstGeom>
          <a:solidFill>
            <a:schemeClr val="bg1"/>
          </a:solidFill>
          <a:ln w="19050">
            <a:solidFill>
              <a:srgbClr val="FFFFFF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ABFECB-F23E-9D0B-FF39-2D1C83B95CAA}"/>
              </a:ext>
            </a:extLst>
          </p:cNvPr>
          <p:cNvSpPr txBox="1"/>
          <p:nvPr/>
        </p:nvSpPr>
        <p:spPr>
          <a:xfrm>
            <a:off x="9360311" y="6400801"/>
            <a:ext cx="2438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MOHIT GADILOHAR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BFC8A8-6620-4059-40A8-90A1D182C79B}"/>
              </a:ext>
            </a:extLst>
          </p:cNvPr>
          <p:cNvSpPr txBox="1"/>
          <p:nvPr/>
        </p:nvSpPr>
        <p:spPr>
          <a:xfrm>
            <a:off x="393290" y="6400801"/>
            <a:ext cx="68432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S3 BUCKET WITHOUT POLYCY PROJECT DOCUMENTATION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E512A8-6748-20B8-6C44-78BB846A0ED7}"/>
              </a:ext>
            </a:extLst>
          </p:cNvPr>
          <p:cNvSpPr txBox="1"/>
          <p:nvPr/>
        </p:nvSpPr>
        <p:spPr>
          <a:xfrm>
            <a:off x="285135" y="-68827"/>
            <a:ext cx="33134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Baskerville Old Face" panose="02020602080505020303" pitchFamily="18" charset="0"/>
              </a:rPr>
              <a:t>.</a:t>
            </a:r>
            <a:r>
              <a:rPr lang="en-US" sz="2400" dirty="0">
                <a:latin typeface="Baskerville Old Face" panose="02020602080505020303" pitchFamily="18" charset="0"/>
              </a:rPr>
              <a:t>   Click on index.html</a:t>
            </a:r>
            <a:endParaRPr lang="en-IN" sz="2400" dirty="0">
              <a:latin typeface="Baskerville Old Face" panose="02020602080505020303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E5BC91-7193-172F-D07B-91F6A78EEB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606" y="762170"/>
            <a:ext cx="10982633" cy="239398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B38858F-E40A-DCA4-6BEE-0506074D2C3A}"/>
              </a:ext>
            </a:extLst>
          </p:cNvPr>
          <p:cNvSpPr/>
          <p:nvPr/>
        </p:nvSpPr>
        <p:spPr>
          <a:xfrm>
            <a:off x="550605" y="2090014"/>
            <a:ext cx="914401" cy="338554"/>
          </a:xfrm>
          <a:prstGeom prst="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2999B43-6823-72DB-94A2-DE602C8AD1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605" y="3274312"/>
            <a:ext cx="10982633" cy="298883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F552886-CB83-8E40-DFD9-EFD1505C1ACA}"/>
              </a:ext>
            </a:extLst>
          </p:cNvPr>
          <p:cNvSpPr/>
          <p:nvPr/>
        </p:nvSpPr>
        <p:spPr>
          <a:xfrm>
            <a:off x="6223819" y="5250426"/>
            <a:ext cx="5152104" cy="417872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63620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BCDAF-0616-631E-6D12-0C5E0AEA4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865B8B3-CB03-D7F8-15C4-C6E9F055996A}"/>
              </a:ext>
            </a:extLst>
          </p:cNvPr>
          <p:cNvSpPr/>
          <p:nvPr/>
        </p:nvSpPr>
        <p:spPr>
          <a:xfrm>
            <a:off x="201560" y="181239"/>
            <a:ext cx="11788878" cy="6558116"/>
          </a:xfrm>
          <a:prstGeom prst="rect">
            <a:avLst/>
          </a:prstGeom>
          <a:solidFill>
            <a:schemeClr val="bg1"/>
          </a:solidFill>
          <a:ln w="19050">
            <a:solidFill>
              <a:srgbClr val="FFFFFF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0C2F07-986C-C046-B172-8E4086CFCECA}"/>
              </a:ext>
            </a:extLst>
          </p:cNvPr>
          <p:cNvSpPr txBox="1"/>
          <p:nvPr/>
        </p:nvSpPr>
        <p:spPr>
          <a:xfrm>
            <a:off x="9360311" y="6400801"/>
            <a:ext cx="2438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MOHIT GADILOHAR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6C11D0-E2F5-DD20-B31B-56C8C2D55CFA}"/>
              </a:ext>
            </a:extLst>
          </p:cNvPr>
          <p:cNvSpPr txBox="1"/>
          <p:nvPr/>
        </p:nvSpPr>
        <p:spPr>
          <a:xfrm>
            <a:off x="393290" y="6400801"/>
            <a:ext cx="68432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S3 BUCKET WITHOUT POLYCY PROJECT DOCUMENTATION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DA955C-8F78-E6C4-D5B3-C75068586BAA}"/>
              </a:ext>
            </a:extLst>
          </p:cNvPr>
          <p:cNvSpPr txBox="1"/>
          <p:nvPr/>
        </p:nvSpPr>
        <p:spPr>
          <a:xfrm>
            <a:off x="467032" y="270387"/>
            <a:ext cx="104713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askerville Old Face" panose="02020602080505020303" pitchFamily="18" charset="0"/>
              </a:rPr>
              <a:t>✅</a:t>
            </a:r>
            <a:r>
              <a:rPr lang="en-US" sz="2400" b="1" u="sng" dirty="0">
                <a:latin typeface="Baskerville Old Face" panose="02020602080505020303" pitchFamily="18" charset="0"/>
              </a:rPr>
              <a:t>S3 Website Hosting Successfully</a:t>
            </a:r>
            <a:endParaRPr lang="en-IN" sz="2400" b="1" u="sng" dirty="0">
              <a:latin typeface="Baskerville Old Face" panose="02020602080505020303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8683D9-EDBA-9AD3-7FAB-A79699966D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606" y="924231"/>
            <a:ext cx="10844981" cy="5024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980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234</TotalTime>
  <Words>375</Words>
  <Application>Microsoft Office PowerPoint</Application>
  <PresentationFormat>Widescreen</PresentationFormat>
  <Paragraphs>78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Baskerville Old Face</vt:lpstr>
      <vt:lpstr>Bell MT</vt:lpstr>
      <vt:lpstr>Book Antiqua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Mohit Lohar</dc:creator>
  <cp:lastModifiedBy>Mohit Lohar</cp:lastModifiedBy>
  <cp:revision>9</cp:revision>
  <dcterms:created xsi:type="dcterms:W3CDTF">2026-06-17T16:56:25Z</dcterms:created>
  <dcterms:modified xsi:type="dcterms:W3CDTF">2026-06-20T07:01:24Z</dcterms:modified>
</cp:coreProperties>
</file>